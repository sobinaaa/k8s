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1" r:id="rId4"/>
    <p:sldId id="273" r:id="rId5"/>
    <p:sldId id="274" r:id="rId6"/>
    <p:sldId id="275" r:id="rId7"/>
    <p:sldId id="276" r:id="rId8"/>
    <p:sldId id="277" r:id="rId9"/>
    <p:sldId id="278" r:id="rId10"/>
    <p:sldId id="27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19ABB-629B-BE3D-0969-EFA02880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43CBF-8275-0548-CC21-9D9D33C30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16748-57CC-1BE2-CB13-A137FE26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E57A8-0FED-7B07-8726-4259B9B2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A5708-92BD-7AAE-60A3-54707ADF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A1F4-6006-6019-23B0-35D4735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196-33C1-AF63-9F83-0F18E915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7FB51-E8EF-3484-03DC-1545C05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0F4DF-56AE-149A-9129-D1E22ACF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48275-C2FD-0D60-B204-60DEF5B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65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08BC-B20E-4DF3-3247-8199E898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58AC5-5816-E0AD-2F73-8337DA71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49311-0EE0-8D17-ADD9-DD3ED6E0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2F322-709B-F179-DCFE-AA1A8E0A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D4E44-AE15-1F54-97BC-1DB89B7C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F857-35DC-6E89-2DB6-3AC1DF50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09A46-E308-F0B2-D7A1-30A22ED8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E2410-9E67-E70F-0067-26B821CF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F692C9-D0B3-46E0-7B72-B1D5077E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EC304-54E5-7827-5842-29D57C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6E3C7-15AA-B7C0-0583-EF284EE2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9381-FF0E-69E9-1542-09D08A4D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C5D5D-CB5D-DD04-AA00-B26910E9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80D45-AA96-3B15-C5CB-CAC399B7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4A92ED-0F99-3AF6-C95D-9B0304CE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0DCC5F-EA02-9CA3-7768-B8C822A3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1F9A82-997F-A589-7A55-6CCD0B7B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1B2454-A946-5284-6631-C5386EA6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E4A86B-9FCF-E824-B0DE-EC4B9BC1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4FC13-284D-AF04-2F3A-B504D70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CF76A5-61C4-138C-8876-B20928B2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FAC579-D24F-F93E-2810-1106E753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DEB1-C227-93D0-B5B3-C682B10C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8A306D-FB60-76F3-E28B-FC4DFF2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9C9E3D-A6C1-2FF6-C860-0442D01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D2218-6844-3191-3C6D-5E4B6319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99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AE2E-78C7-178E-9819-C7BC83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81171-EB53-3F8D-F683-35DCD4A0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80245-1C01-0DEC-D202-2A212213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8CF93F-3AAC-FDF6-8C2C-5D8B0AF2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64720-5242-4F30-ED86-845116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9795A-2615-EB28-8C20-BFB48A5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FAA14-36F9-4182-98FA-24CC90E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A1C291-6E9B-F5C3-300F-2A03CE6EF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62D865-0D24-48C3-97CC-DC0E3AA6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97DFF-01A6-0D53-91EC-89A4E378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275B6E-8538-F121-11E7-013A1F6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5CDC21-16AE-51E7-7866-5C0E8A30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B3E7-E946-618A-B50C-8A24DDA9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BA08E-F714-E7B6-C0A8-E234050B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A9CC2-824B-4777-81FF-C7FC1EF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9BB28-E24D-1524-44B0-10E874E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8A964-2652-9D7B-94D6-A4F3FCCE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8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A4FE6-9FBE-DEAB-567C-F4B1EB7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CA4EE-4EEF-3ABC-63C5-11658517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4502F-67D9-3AD2-3AEF-1EF870C9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B5D3-F04A-5378-8C87-42325A76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0C39-176E-017F-5186-CEE7E79D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DED0-2524-B405-858C-178A5550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C4CF30-EE6A-0358-B9A5-A0BB75B7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28358-8BDD-0DBF-128C-D6363C08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AEA6-88FC-4542-B3BF-F11A57CC5938}" type="datetimeFigureOut">
              <a:rPr lang="ru-RU" smtClean="0"/>
              <a:t>18.07.2026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891A-FD5C-E089-B882-8C0F2F3C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98368-1739-3D95-C1AA-7BECAEF4A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://iwannabonuses.loc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iwannabonuses.loca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iwannabonuses.local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hyperlink" Target="http://iwannabonuses.loc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D78B-1A8E-39B9-88F7-50FC8ACD9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K8s </a:t>
            </a:r>
            <a:r>
              <a:rPr lang="ru-RU" b="1" dirty="0">
                <a:solidFill>
                  <a:srgbClr val="7030A0"/>
                </a:solidFill>
              </a:rPr>
              <a:t>взглядом специалиста по качеству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80E006-3C6F-16AF-B8CA-F5C4C4F49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</a:t>
            </a:r>
            <a:r>
              <a:rPr lang="ru-RU" dirty="0"/>
              <a:t> 3 «Поиск проблем»</a:t>
            </a:r>
          </a:p>
        </p:txBody>
      </p:sp>
    </p:spTree>
    <p:extLst>
      <p:ext uri="{BB962C8B-B14F-4D97-AF65-F5344CB8AC3E}">
        <p14:creationId xmlns:p14="http://schemas.microsoft.com/office/powerpoint/2010/main" val="23317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8CC8-8CA2-BA5B-73DF-7767F712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93DE1-9B8C-F2A5-7666-4A71FD6D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1. Подготовка. Выделение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namespace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A8C15-600E-446E-EC83-349ECB39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ru-RU" dirty="0"/>
              <a:t>Чтобы не смешивать ресурсы разных лабораторных работ, создадим отдельный </a:t>
            </a:r>
            <a:r>
              <a:rPr lang="en-US" dirty="0"/>
              <a:t>namespace:</a:t>
            </a:r>
          </a:p>
          <a:p>
            <a:r>
              <a:rPr lang="en-US" dirty="0" err="1"/>
              <a:t>kubectl</a:t>
            </a:r>
            <a:r>
              <a:rPr lang="en-US" dirty="0"/>
              <a:t> create namespace bonus</a:t>
            </a:r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ns</a:t>
            </a:r>
            <a:endParaRPr lang="en-US" dirty="0"/>
          </a:p>
          <a:p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config</a:t>
            </a:r>
            <a:r>
              <a:rPr lang="ru-RU" dirty="0"/>
              <a:t> </a:t>
            </a:r>
            <a:r>
              <a:rPr lang="ru-RU" dirty="0" err="1"/>
              <a:t>set-context</a:t>
            </a:r>
            <a:r>
              <a:rPr lang="ru-RU" dirty="0"/>
              <a:t> --</a:t>
            </a:r>
            <a:r>
              <a:rPr lang="ru-RU" dirty="0" err="1"/>
              <a:t>current</a:t>
            </a:r>
            <a:r>
              <a:rPr lang="ru-RU" dirty="0"/>
              <a:t> –</a:t>
            </a:r>
            <a:r>
              <a:rPr lang="ru-RU" dirty="0" err="1"/>
              <a:t>namespace</a:t>
            </a:r>
            <a:r>
              <a:rPr lang="en-US" dirty="0"/>
              <a:t> bonus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ru-RU" dirty="0"/>
              <a:t>Проверим наличие релизов </a:t>
            </a:r>
            <a:r>
              <a:rPr lang="en-US" dirty="0"/>
              <a:t>helm (</a:t>
            </a:r>
            <a:r>
              <a:rPr lang="ru-RU" dirty="0"/>
              <a:t>пустой список)</a:t>
            </a:r>
          </a:p>
          <a:p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 -n </a:t>
            </a:r>
            <a:r>
              <a:rPr lang="en-US" dirty="0"/>
              <a:t>bonus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6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1CC0-3AE2-3DA3-FAD9-52222A36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C9236-D0D6-BD99-9DBC-ACE351D5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2. Установка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A79528-B8B8-563B-EED8-EF43631D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ru-RU" dirty="0"/>
              <a:t>Перейти в каталог с извлеченным содержимым</a:t>
            </a:r>
            <a:r>
              <a:rPr lang="en-US" dirty="0"/>
              <a:t> </a:t>
            </a:r>
            <a:r>
              <a:rPr lang="ru-RU" dirty="0"/>
              <a:t>архива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2) </a:t>
            </a:r>
            <a:r>
              <a:rPr lang="ru-RU" dirty="0"/>
              <a:t>Запустить проверку структуры:</a:t>
            </a:r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lint</a:t>
            </a:r>
            <a:r>
              <a:rPr lang="ru-RU" dirty="0"/>
              <a:t> </a:t>
            </a:r>
            <a:r>
              <a:rPr lang="en-US" dirty="0"/>
              <a:t>bonus-app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Ожидаемый результат: 1 </a:t>
            </a:r>
            <a:r>
              <a:rPr lang="ru-RU" dirty="0" err="1"/>
              <a:t>chart</a:t>
            </a:r>
            <a:r>
              <a:rPr lang="ru-RU" dirty="0"/>
              <a:t>(s) </a:t>
            </a:r>
            <a:r>
              <a:rPr lang="ru-RU" dirty="0" err="1"/>
              <a:t>linted</a:t>
            </a:r>
            <a:r>
              <a:rPr lang="ru-RU" dirty="0"/>
              <a:t>, 0 </a:t>
            </a:r>
            <a:r>
              <a:rPr lang="ru-RU" dirty="0" err="1"/>
              <a:t>chart</a:t>
            </a:r>
            <a:r>
              <a:rPr lang="ru-RU" dirty="0"/>
              <a:t>(s) </a:t>
            </a:r>
            <a:r>
              <a:rPr lang="ru-RU" dirty="0" err="1"/>
              <a:t>failed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3) Изучить вывод:</a:t>
            </a:r>
          </a:p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template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./</a:t>
            </a:r>
            <a:r>
              <a:rPr lang="en-US" dirty="0"/>
              <a:t>bonus-app</a:t>
            </a:r>
            <a:br>
              <a:rPr lang="en-US" dirty="0"/>
            </a:br>
            <a:r>
              <a:rPr lang="ru-RU" dirty="0"/>
              <a:t>4) Установить приложение из </a:t>
            </a:r>
            <a:r>
              <a:rPr lang="en-US" dirty="0"/>
              <a:t>chart</a:t>
            </a:r>
            <a:br>
              <a:rPr lang="en-US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./</a:t>
            </a:r>
            <a:r>
              <a:rPr lang="en-US" dirty="0"/>
              <a:t>bonus-app</a:t>
            </a:r>
            <a:r>
              <a:rPr lang="ru-RU" dirty="0"/>
              <a:t> -n </a:t>
            </a:r>
            <a:r>
              <a:rPr lang="en-US" dirty="0"/>
              <a:t>bonus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5) Проверить результат: </a:t>
            </a:r>
            <a:r>
              <a:rPr lang="en-US" dirty="0">
                <a:hlinkClick r:id="rId2"/>
              </a:rPr>
              <a:t>http://iwannabonuses.local/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ru-RU" dirty="0"/>
              <a:t>не забыть: </a:t>
            </a:r>
            <a:r>
              <a:rPr lang="en-US" dirty="0"/>
              <a:t>hosts, </a:t>
            </a:r>
            <a:r>
              <a:rPr lang="ru-RU" dirty="0" err="1"/>
              <a:t>minikube</a:t>
            </a:r>
            <a:r>
              <a:rPr lang="ru-RU" dirty="0"/>
              <a:t> </a:t>
            </a:r>
            <a:r>
              <a:rPr lang="ru-RU" dirty="0" err="1"/>
              <a:t>tunnel</a:t>
            </a:r>
            <a:r>
              <a:rPr lang="ru-RU" dirty="0"/>
              <a:t>, см. в первой работе)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3E4D81BC-9B2E-A8E8-430A-3FA4DFCB7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9668891"/>
              </p:ext>
            </p:extLst>
          </p:nvPr>
        </p:nvGraphicFramePr>
        <p:xfrm>
          <a:off x="10229850" y="513556"/>
          <a:ext cx="1123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1123861" imgH="514350" progId="Package">
                  <p:embed/>
                </p:oleObj>
              </mc:Choice>
              <mc:Fallback>
                <p:oleObj name="Объект упаковщика для оболочки" showAsIcon="1" r:id="rId3" imgW="1123861" imgH="514350" progId="Package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F9E4E057-7EA1-D876-2FA0-3326C1D5B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29850" y="513556"/>
                        <a:ext cx="1123950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3675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4448-35EC-4A9A-383E-FCD1DDFE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0D593-58E3-4A38-901A-48876CDF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3.1. Поиск ошибок. Первая.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4AC8B-4B8E-08D7-7D63-A5B866088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values-1.yaml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Найти имя созданного пода (</a:t>
            </a:r>
            <a:r>
              <a:rPr lang="en-US" dirty="0"/>
              <a:t>not ready)</a:t>
            </a:r>
            <a:br>
              <a:rPr lang="en-US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en-US" dirty="0"/>
              <a:t> -n bonus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события пода, чтобы выявить проблему конфигурации: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 &lt;</a:t>
            </a:r>
            <a:r>
              <a:rPr lang="ru-RU" dirty="0" err="1"/>
              <a:t>pod-name</a:t>
            </a:r>
            <a:r>
              <a:rPr lang="ru-RU" dirty="0"/>
              <a:t>&gt;</a:t>
            </a:r>
            <a:r>
              <a:rPr lang="en-US" dirty="0"/>
              <a:t> -n bonus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Попробовать проверить логи: 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logs</a:t>
            </a:r>
            <a:r>
              <a:rPr lang="ru-RU" dirty="0"/>
              <a:t> &lt;</a:t>
            </a:r>
            <a:r>
              <a:rPr lang="ru-RU" dirty="0" err="1"/>
              <a:t>pod-name</a:t>
            </a:r>
            <a:r>
              <a:rPr lang="ru-RU" dirty="0"/>
              <a:t>&gt; -n </a:t>
            </a:r>
            <a:r>
              <a:rPr lang="ru-RU" dirty="0" err="1"/>
              <a:t>bonus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ru-RU" b="1" dirty="0">
                <a:solidFill>
                  <a:srgbClr val="FF0000"/>
                </a:solidFill>
              </a:rPr>
              <a:t>В чем была ошибка?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номер последней рабочей ревизии (</a:t>
            </a:r>
            <a:r>
              <a:rPr lang="en-US" dirty="0"/>
              <a:t>h</a:t>
            </a:r>
            <a:r>
              <a:rPr lang="ru-RU" dirty="0" err="1"/>
              <a:t>elm</a:t>
            </a:r>
            <a:r>
              <a:rPr lang="ru-RU" dirty="0"/>
              <a:t> хранит историю изменений каждого релиза)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history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-n </a:t>
            </a:r>
            <a:r>
              <a:rPr lang="en-US" dirty="0"/>
              <a:t>bonus</a:t>
            </a: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&lt;номер ревизии из п.6&gt;</a:t>
            </a:r>
            <a:r>
              <a:rPr lang="en-US" dirty="0"/>
              <a:t> -n bonus</a:t>
            </a:r>
            <a:endParaRPr lang="ru-RU" dirty="0"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83F87-A6E8-6C79-AA63-8249BA858467}"/>
              </a:ext>
            </a:extLst>
          </p:cNvPr>
          <p:cNvSpPr txBox="1"/>
          <p:nvPr/>
        </p:nvSpPr>
        <p:spPr>
          <a:xfrm>
            <a:off x="10067544" y="6342364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ImagePullBackOff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92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14A5-E01F-6BC6-185E-A314A42C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562D8-7303-022C-7446-1094A036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3.2. Поиск ошибок. Вторая.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A5A6D3-8D22-5248-1703-9CEFEF291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values-2.yaml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результат: </a:t>
            </a:r>
            <a:r>
              <a:rPr lang="en-US" dirty="0">
                <a:hlinkClick r:id="rId2"/>
              </a:rPr>
              <a:t>http://iwannabonuses.local/</a:t>
            </a:r>
            <a:r>
              <a:rPr lang="en-US" dirty="0"/>
              <a:t> (</a:t>
            </a:r>
            <a:r>
              <a:rPr lang="ru-RU" dirty="0"/>
              <a:t>в чем может быть причина?)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статусы подов: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en-US" dirty="0"/>
              <a:t> -n bonus</a:t>
            </a:r>
            <a:r>
              <a:rPr lang="ru-RU" dirty="0"/>
              <a:t> (</a:t>
            </a:r>
            <a:r>
              <a:rPr lang="en-US" dirty="0"/>
              <a:t>ready)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Получить список сервисов: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services</a:t>
            </a:r>
            <a:r>
              <a:rPr lang="ru-RU" dirty="0"/>
              <a:t> -n</a:t>
            </a:r>
            <a:r>
              <a:rPr lang="en-US" dirty="0"/>
              <a:t> bonus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Получить информацию по сервису:</a:t>
            </a:r>
            <a:br>
              <a:rPr lang="en-US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 </a:t>
            </a:r>
            <a:r>
              <a:rPr lang="en-US" dirty="0"/>
              <a:t>&lt;</a:t>
            </a:r>
            <a:r>
              <a:rPr lang="ru-RU" dirty="0"/>
              <a:t>имя сервиса</a:t>
            </a:r>
            <a:r>
              <a:rPr lang="en-US" dirty="0"/>
              <a:t>&gt; </a:t>
            </a:r>
            <a:r>
              <a:rPr lang="ru-RU" dirty="0"/>
              <a:t>-n </a:t>
            </a:r>
            <a:r>
              <a:rPr lang="en-US" dirty="0"/>
              <a:t>bonus</a:t>
            </a:r>
            <a:r>
              <a:rPr lang="ru-RU" dirty="0"/>
              <a:t> 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ru-RU" b="1" dirty="0">
                <a:solidFill>
                  <a:srgbClr val="FF0000"/>
                </a:solidFill>
              </a:rPr>
              <a:t>В чем была ошибка?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&lt;номер ревизии слайда 4&gt;</a:t>
            </a:r>
            <a:r>
              <a:rPr lang="en-US" dirty="0"/>
              <a:t> -n bonus</a:t>
            </a:r>
            <a:endParaRPr lang="ru-RU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FB322-9422-7564-2B5D-2556B482CD4B}"/>
              </a:ext>
            </a:extLst>
          </p:cNvPr>
          <p:cNvSpPr txBox="1"/>
          <p:nvPr/>
        </p:nvSpPr>
        <p:spPr>
          <a:xfrm>
            <a:off x="10067544" y="6342364"/>
            <a:ext cx="1123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Endpoints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71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9E87-585A-9A02-F62C-E7067E6B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39A29-EC8F-FF10-ADA0-BF09B4CB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3.3. Поиск ошибок. Третья.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98CACE-7EBB-969F-D324-D5F78FE23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values-3.yaml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результат: </a:t>
            </a:r>
            <a:r>
              <a:rPr lang="en-US" dirty="0">
                <a:hlinkClick r:id="rId2"/>
              </a:rPr>
              <a:t>http://iwannabonuses.local/</a:t>
            </a:r>
            <a:r>
              <a:rPr lang="en-US" dirty="0"/>
              <a:t> (</a:t>
            </a:r>
            <a:r>
              <a:rPr lang="ru-RU" dirty="0"/>
              <a:t>в чем может быть причина?)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Найти имя созданного пода и обратить внимание на </a:t>
            </a:r>
            <a:r>
              <a:rPr lang="en-US" dirty="0"/>
              <a:t>status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en-US" dirty="0"/>
              <a:t> -n bonus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Посмотреть его логи (там должно быть что-то важное):</a:t>
            </a:r>
            <a:br>
              <a:rPr lang="ru-RU" dirty="0"/>
            </a:br>
            <a:r>
              <a:rPr lang="en-US" dirty="0" err="1"/>
              <a:t>kubectl</a:t>
            </a:r>
            <a:r>
              <a:rPr lang="en-US" dirty="0"/>
              <a:t> logs &lt;</a:t>
            </a:r>
            <a:r>
              <a:rPr lang="ru-RU" dirty="0" err="1"/>
              <a:t>pod-name</a:t>
            </a:r>
            <a:r>
              <a:rPr lang="en-US" dirty="0"/>
              <a:t>&gt; --previous</a:t>
            </a:r>
            <a:r>
              <a:rPr lang="ru-RU" dirty="0"/>
              <a:t> </a:t>
            </a:r>
            <a:r>
              <a:rPr lang="en-US" dirty="0"/>
              <a:t>-n bonus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b="1" dirty="0">
                <a:solidFill>
                  <a:srgbClr val="FF0000"/>
                </a:solidFill>
              </a:rPr>
              <a:t>В чем была ошибка?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&lt;номер ревизии слайда 4&gt;</a:t>
            </a:r>
            <a:r>
              <a:rPr lang="en-US" dirty="0"/>
              <a:t> -n bonus</a:t>
            </a:r>
            <a:endParaRPr lang="ru-RU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45602-89D2-A494-397C-8CC445A05D69}"/>
              </a:ext>
            </a:extLst>
          </p:cNvPr>
          <p:cNvSpPr txBox="1"/>
          <p:nvPr/>
        </p:nvSpPr>
        <p:spPr>
          <a:xfrm>
            <a:off x="10067544" y="634236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Bad logs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80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654F-6701-464D-BBCA-A04FA7DB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E22B0-F27B-FBC2-8EA1-DF09D61E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3.4. Поиск ошибок. Четвертая.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FC491-3921-1B38-1D85-7E150E10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values-4.yaml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Найти имя созданного пода и обратить внимание на </a:t>
            </a:r>
            <a:r>
              <a:rPr lang="en-US" dirty="0"/>
              <a:t>status</a:t>
            </a:r>
            <a:r>
              <a:rPr lang="ru-RU" dirty="0"/>
              <a:t> и </a:t>
            </a:r>
            <a:r>
              <a:rPr lang="en-US" dirty="0"/>
              <a:t>restarts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en-US" dirty="0"/>
              <a:t> -n bonus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Дождаться изменения статуса пода и появления перезапусков (RESTARTS &gt; 0). Также можно отслеживать статус в </a:t>
            </a:r>
            <a:r>
              <a:rPr lang="en-US" dirty="0"/>
              <a:t>Lens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Посмотреть логи предыдущей версии (там должно быть что-то важное):</a:t>
            </a:r>
            <a:br>
              <a:rPr lang="ru-RU" dirty="0"/>
            </a:br>
            <a:r>
              <a:rPr lang="en-US" dirty="0" err="1"/>
              <a:t>kubectl</a:t>
            </a:r>
            <a:r>
              <a:rPr lang="en-US" dirty="0"/>
              <a:t> logs &lt;</a:t>
            </a:r>
            <a:r>
              <a:rPr lang="ru-RU" dirty="0" err="1"/>
              <a:t>pod-name</a:t>
            </a:r>
            <a:r>
              <a:rPr lang="en-US" dirty="0"/>
              <a:t>&gt; </a:t>
            </a:r>
            <a:r>
              <a:rPr lang="en-US" b="1" dirty="0"/>
              <a:t>--previous</a:t>
            </a:r>
            <a:r>
              <a:rPr lang="ru-RU" b="1" dirty="0"/>
              <a:t> </a:t>
            </a:r>
            <a:r>
              <a:rPr lang="en-US" dirty="0"/>
              <a:t>-n bonus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b="1" dirty="0">
                <a:solidFill>
                  <a:srgbClr val="FF0000"/>
                </a:solidFill>
              </a:rPr>
              <a:t>В чем была ошибка? 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 </a:t>
            </a:r>
            <a:r>
              <a:rPr lang="en-US" dirty="0"/>
              <a:t>bonus-app</a:t>
            </a:r>
            <a:r>
              <a:rPr lang="ru-RU" dirty="0"/>
              <a:t> &lt;номер ревизии слайда 4&gt;</a:t>
            </a:r>
            <a:r>
              <a:rPr lang="en-US" dirty="0"/>
              <a:t> -n bonus</a:t>
            </a:r>
            <a:endParaRPr lang="ru-RU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E1EA3-6769-9B73-9BCA-C9C00C8ABC17}"/>
              </a:ext>
            </a:extLst>
          </p:cNvPr>
          <p:cNvSpPr txBox="1"/>
          <p:nvPr/>
        </p:nvSpPr>
        <p:spPr>
          <a:xfrm>
            <a:off x="10067544" y="6342364"/>
            <a:ext cx="189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CrashLoopBackOff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97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7187C-AEA0-D547-82F0-B02F8228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AC594-66BC-47EF-F8B3-ADCE276E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3.5. Поиск ошибок. Пятая.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60CBBE-1E7A-E8D6-A32A-4D4FDF7F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некорректным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values-5.yaml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Найти имя созданного пода и обратить внимание на </a:t>
            </a:r>
            <a:r>
              <a:rPr lang="en-US" dirty="0"/>
              <a:t>status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pods</a:t>
            </a:r>
            <a:r>
              <a:rPr lang="en-US" dirty="0"/>
              <a:t> -n bonus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Попытаться посмотреть его логи:</a:t>
            </a:r>
            <a:br>
              <a:rPr lang="ru-RU" dirty="0"/>
            </a:br>
            <a:r>
              <a:rPr lang="en-US" dirty="0" err="1"/>
              <a:t>kubectl</a:t>
            </a:r>
            <a:r>
              <a:rPr lang="en-US" dirty="0"/>
              <a:t> logs &lt;</a:t>
            </a:r>
            <a:r>
              <a:rPr lang="ru-RU" dirty="0" err="1"/>
              <a:t>pod-name</a:t>
            </a:r>
            <a:r>
              <a:rPr lang="en-US" dirty="0"/>
              <a:t>&gt; -n bonus</a:t>
            </a:r>
            <a:r>
              <a:rPr lang="ru-RU" dirty="0"/>
              <a:t> (</a:t>
            </a:r>
            <a:r>
              <a:rPr lang="en-US" dirty="0"/>
              <a:t>is waiting to start!)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события пода</a:t>
            </a:r>
            <a:r>
              <a:rPr lang="en-US" dirty="0"/>
              <a:t> (</a:t>
            </a:r>
            <a:r>
              <a:rPr lang="ru-RU" dirty="0"/>
              <a:t>внимание на раздел </a:t>
            </a:r>
            <a:r>
              <a:rPr lang="en-US" dirty="0"/>
              <a:t>events</a:t>
            </a:r>
            <a:r>
              <a:rPr lang="ru-RU" dirty="0"/>
              <a:t>):</a:t>
            </a:r>
            <a:br>
              <a:rPr lang="ru-RU" dirty="0"/>
            </a:b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pod</a:t>
            </a:r>
            <a:r>
              <a:rPr lang="ru-RU" dirty="0"/>
              <a:t> &lt;</a:t>
            </a:r>
            <a:r>
              <a:rPr lang="ru-RU" dirty="0" err="1"/>
              <a:t>pod-name</a:t>
            </a:r>
            <a:r>
              <a:rPr lang="ru-RU" dirty="0"/>
              <a:t>&gt;</a:t>
            </a:r>
            <a:r>
              <a:rPr lang="en-US" dirty="0"/>
              <a:t> -n bonus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b="1" dirty="0">
                <a:solidFill>
                  <a:srgbClr val="FF0000"/>
                </a:solidFill>
              </a:rPr>
              <a:t>В чем была ошибка? 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4C24683-30C7-7238-5765-C31AB1243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244344"/>
              </p:ext>
            </p:extLst>
          </p:nvPr>
        </p:nvGraphicFramePr>
        <p:xfrm>
          <a:off x="10353675" y="698055"/>
          <a:ext cx="1000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2" imgW="999992" imgH="514350" progId="Package">
                  <p:embed/>
                </p:oleObj>
              </mc:Choice>
              <mc:Fallback>
                <p:oleObj name="Объект упаковщика для оболочки" showAsIcon="1" r:id="rId2" imgW="99999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53675" y="698055"/>
                        <a:ext cx="1000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341870-DA20-6309-B88B-BF4F816692D4}"/>
              </a:ext>
            </a:extLst>
          </p:cNvPr>
          <p:cNvSpPr txBox="1"/>
          <p:nvPr/>
        </p:nvSpPr>
        <p:spPr>
          <a:xfrm>
            <a:off x="10067544" y="6342364"/>
            <a:ext cx="188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ContainerCreating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57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BEF63-AA7F-30B6-2B3A-75456ED3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F26CA-AE86-10F8-9DEA-950E862B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4. Финал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E7A85D-5D6F-BDA4-7C35-95D25702A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5"/>
            <a:ext cx="10515600" cy="516636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/>
              <a:t>Обновить стенд </a:t>
            </a:r>
            <a:r>
              <a:rPr lang="en-US" dirty="0"/>
              <a:t>values</a:t>
            </a:r>
            <a:r>
              <a:rPr lang="ru-RU" dirty="0"/>
              <a:t> (предварительно его не изучая):</a:t>
            </a:r>
            <a:br>
              <a:rPr lang="ru-RU" dirty="0"/>
            </a:b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upgrade</a:t>
            </a:r>
            <a:r>
              <a:rPr lang="en-US" dirty="0"/>
              <a:t> bonus-app</a:t>
            </a:r>
            <a:r>
              <a:rPr lang="ru-RU" dirty="0"/>
              <a:t> . -f </a:t>
            </a:r>
            <a:r>
              <a:rPr lang="en-US" dirty="0" err="1"/>
              <a:t>values.yaml</a:t>
            </a:r>
            <a:r>
              <a:rPr lang="ru-RU" dirty="0"/>
              <a:t> -f values-6.yaml -n </a:t>
            </a:r>
            <a:r>
              <a:rPr lang="en-US" dirty="0"/>
              <a:t>bonus</a:t>
            </a:r>
            <a:r>
              <a:rPr lang="ru-RU" dirty="0"/>
              <a:t> (</a:t>
            </a:r>
            <a:r>
              <a:rPr lang="ru-RU" b="1" dirty="0"/>
              <a:t>из каталога с </a:t>
            </a:r>
            <a:r>
              <a:rPr lang="en-US" b="1" dirty="0"/>
              <a:t>values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/>
              <a:t>Проверить результат: </a:t>
            </a:r>
            <a:r>
              <a:rPr lang="en-US" dirty="0">
                <a:hlinkClick r:id="rId2"/>
              </a:rPr>
              <a:t>http://iwannabonuses.local</a:t>
            </a:r>
            <a:r>
              <a:rPr lang="en-US" dirty="0"/>
              <a:t>/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8382A9E-4147-46A1-9C8F-54A1DA693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490023"/>
              </p:ext>
            </p:extLst>
          </p:nvPr>
        </p:nvGraphicFramePr>
        <p:xfrm>
          <a:off x="10353675" y="513556"/>
          <a:ext cx="10001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Объект упаковщика для оболочки" showAsIcon="1" r:id="rId3" imgW="999992" imgH="514350" progId="Package">
                  <p:embed/>
                </p:oleObj>
              </mc:Choice>
              <mc:Fallback>
                <p:oleObj name="Объект упаковщика для оболочки" showAsIcon="1" r:id="rId3" imgW="99999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53675" y="513556"/>
                        <a:ext cx="1000125" cy="5143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904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00DA1-5F2B-53F8-B55A-0E7B27DB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Чему мы научились?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FD87E-3F0F-3C69-6A6E-2482C4A9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Разворачивать приложение с помощью </a:t>
            </a:r>
            <a:r>
              <a:rPr lang="ru-RU" dirty="0" err="1"/>
              <a:t>Helm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900" dirty="0"/>
              <a:t>Анализировать</a:t>
            </a:r>
            <a:r>
              <a:rPr lang="ru-RU" dirty="0"/>
              <a:t> состояние </a:t>
            </a:r>
            <a:r>
              <a:rPr lang="ru-RU" dirty="0" err="1"/>
              <a:t>Pod'ов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Искать причины ошибок через:</a:t>
            </a:r>
          </a:p>
          <a:p>
            <a:pPr lvl="1"/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logs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svc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endpoints</a:t>
            </a:r>
            <a:r>
              <a:rPr lang="ru-RU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900" dirty="0"/>
              <a:t>Использовать</a:t>
            </a:r>
            <a:r>
              <a:rPr lang="ru-RU" dirty="0"/>
              <a:t> историю </a:t>
            </a:r>
            <a:r>
              <a:rPr lang="ru-RU" dirty="0" err="1"/>
              <a:t>Helm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900" dirty="0"/>
              <a:t>Выполнять</a:t>
            </a:r>
            <a:r>
              <a:rPr lang="ru-RU" dirty="0"/>
              <a:t> откат релиза (</a:t>
            </a:r>
            <a:r>
              <a:rPr lang="ru-RU" dirty="0" err="1"/>
              <a:t>helm</a:t>
            </a:r>
            <a:r>
              <a:rPr lang="ru-RU" dirty="0"/>
              <a:t> </a:t>
            </a:r>
            <a:r>
              <a:rPr lang="ru-RU" dirty="0" err="1"/>
              <a:t>rollback</a:t>
            </a:r>
            <a:r>
              <a:rPr lang="ru-RU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900" dirty="0"/>
              <a:t>Отличать</a:t>
            </a:r>
            <a:r>
              <a:rPr lang="ru-RU" dirty="0"/>
              <a:t> основные типы проблем:</a:t>
            </a:r>
          </a:p>
          <a:p>
            <a:pPr lvl="1"/>
            <a:r>
              <a:rPr lang="ru-RU" dirty="0" err="1"/>
              <a:t>ImagePullBackOff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CrashLoopBackOff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ContainerCreating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отсутствие </a:t>
            </a:r>
            <a:r>
              <a:rPr lang="ru-RU" dirty="0" err="1"/>
              <a:t>Endpoints</a:t>
            </a:r>
            <a:r>
              <a:rPr lang="ru-RU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900" dirty="0"/>
              <a:t>Последовательно</a:t>
            </a:r>
            <a:r>
              <a:rPr lang="ru-RU" dirty="0"/>
              <a:t> искать причину неисправности, а не менять конфигурацию наугад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dirty="0"/>
          </a:p>
        </p:txBody>
      </p:sp>
      <p:pic>
        <p:nvPicPr>
          <p:cNvPr id="4" name="Рисунок 3" descr="Fallout vault boy">
            <a:extLst>
              <a:ext uri="{FF2B5EF4-FFF2-40B4-BE49-F238E27FC236}">
                <a16:creationId xmlns:a16="http://schemas.microsoft.com/office/drawing/2014/main" id="{29010949-431F-3D2D-A70F-FC21F0358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44" b="92315" l="9783" r="89946">
                        <a14:foregroundMark x1="44701" y1="10759" x2="57745" y2="10855"/>
                        <a14:foregroundMark x1="52853" y1="8357" x2="52038" y2="6436"/>
                        <a14:foregroundMark x1="51223" y1="24015" x2="51630" y2="22767"/>
                        <a14:foregroundMark x1="56658" y1="21614" x2="44701" y2="24976"/>
                        <a14:foregroundMark x1="34375" y1="90010" x2="43071" y2="88088"/>
                        <a14:foregroundMark x1="72011" y1="88280" x2="74864" y2="923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5926" y="1027906"/>
            <a:ext cx="30764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91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10982</TotalTime>
  <Words>833</Words>
  <Application>Microsoft Office PowerPoint</Application>
  <PresentationFormat>Широкоэкранный</PresentationFormat>
  <Paragraphs>78</Paragraphs>
  <Slides>10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Тема Office</vt:lpstr>
      <vt:lpstr>Объект упаковщика для оболочки</vt:lpstr>
      <vt:lpstr>K8s взглядом специалиста по качеству</vt:lpstr>
      <vt:lpstr>1. Подготовка. Выделение namespace</vt:lpstr>
      <vt:lpstr>2. Установка приложения</vt:lpstr>
      <vt:lpstr>3.1. Поиск ошибок. Первая.</vt:lpstr>
      <vt:lpstr>3.2. Поиск ошибок. Вторая.</vt:lpstr>
      <vt:lpstr>3.3. Поиск ошибок. Третья.</vt:lpstr>
      <vt:lpstr>3.4. Поиск ошибок. Четвертая.</vt:lpstr>
      <vt:lpstr>3.5. Поиск ошибок. Пятая.</vt:lpstr>
      <vt:lpstr>4. Финал</vt:lpstr>
      <vt:lpstr>Чему мы научились?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Собина</dc:creator>
  <cp:lastModifiedBy>Алена Собина</cp:lastModifiedBy>
  <cp:revision>167</cp:revision>
  <dcterms:created xsi:type="dcterms:W3CDTF">2026-07-03T04:37:23Z</dcterms:created>
  <dcterms:modified xsi:type="dcterms:W3CDTF">2026-07-18T18:33:28Z</dcterms:modified>
</cp:coreProperties>
</file>